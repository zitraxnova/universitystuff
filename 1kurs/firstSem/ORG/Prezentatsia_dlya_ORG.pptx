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02" d="100"/>
          <a:sy n="102" d="100"/>
        </p:scale>
        <p:origin x="918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s://presentation-creation.ru/" TargetMode="External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presentation-creation.ru/" TargetMode="External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presentation-creation.ru/" TargetMode="External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7FBACB-9F50-4441-8ED3-B716FC3C33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401" y="3572036"/>
            <a:ext cx="7620682" cy="1252437"/>
          </a:xfrm>
          <a:noFill/>
        </p:spPr>
        <p:txBody>
          <a:bodyPr anchor="b"/>
          <a:lstStyle>
            <a:lvl1pPr algn="ctr">
              <a:defRPr sz="600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5108AA0-6708-4354-A113-6D77F977DB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401" y="4988933"/>
            <a:ext cx="7620682" cy="1252437"/>
          </a:xfrm>
          <a:noFill/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DF6A399-C931-4A0A-AE5C-DFFF48161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ED1AD4C-3836-8B41-A91B-AD23F180703B}" type="datetimeFigureOut">
              <a:rPr lang="ru-RU" smtClean="0"/>
              <a:t>15.09.2026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EB0B664-33BA-4E10-9711-E8824D108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7C1616C-5913-4F6F-BC7E-042278A59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11D0C38-DE92-6342-BDCA-99B1C289A2E4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3B8BBF3-8DDC-415E-8A9F-4A821681F77C}"/>
              </a:ext>
            </a:extLst>
          </p:cNvPr>
          <p:cNvSpPr/>
          <p:nvPr/>
        </p:nvSpPr>
        <p:spPr>
          <a:xfrm rot="16200000">
            <a:off x="13647006" y="1690688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3943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объект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C86FF47A-51C3-4D57-AF90-8F3AF244BC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941" y="1388516"/>
            <a:ext cx="10902117" cy="4150435"/>
          </a:xfrm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6FD23E0-3191-4599-BD5E-12527F2CA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ED1AD4C-3836-8B41-A91B-AD23F180703B}" type="datetimeFigureOut">
              <a:rPr lang="ru-RU" smtClean="0"/>
              <a:t>15.09.2026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EA6F514-F402-4139-96B4-CC85A617F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3885B40-89D2-42AB-B0A3-0D1632E58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11D0C38-DE92-6342-BDCA-99B1C289A2E4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40C9D58-B66F-4283-A5DF-78695E7B4DF8}"/>
              </a:ext>
            </a:extLst>
          </p:cNvPr>
          <p:cNvSpPr/>
          <p:nvPr/>
        </p:nvSpPr>
        <p:spPr>
          <a:xfrm rot="16200000">
            <a:off x="13647006" y="1690688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3F22BFD1-5D3D-4CCE-AA1F-3CB0A1CB0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241" y="148240"/>
            <a:ext cx="10902117" cy="1076215"/>
          </a:xfrm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01642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Заголовок и объект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96FD23E0-3191-4599-BD5E-12527F2CA3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9116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ED1AD4C-3836-8B41-A91B-AD23F180703B}" type="datetimeFigureOut">
              <a:rPr lang="ru-RU" smtClean="0"/>
              <a:t>15.09.2026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EA6F514-F402-4139-96B4-CC85A617F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29516" y="6356350"/>
            <a:ext cx="41148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3885B40-89D2-42AB-B0A3-0D1632E58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972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11D0C38-DE92-6342-BDCA-99B1C289A2E4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40C9D58-B66F-4283-A5DF-78695E7B4DF8}"/>
              </a:ext>
            </a:extLst>
          </p:cNvPr>
          <p:cNvSpPr/>
          <p:nvPr/>
        </p:nvSpPr>
        <p:spPr>
          <a:xfrm rot="16200000">
            <a:off x="13647006" y="1690688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7D183F3B-3A92-4236-9C76-EA695DC56F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95502" y="1278947"/>
            <a:ext cx="7870785" cy="555150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E134F98D-E894-44DB-A17F-CE5EEF133172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1195501" y="1969034"/>
            <a:ext cx="7870785" cy="55515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10" name="Полилиния: фигура 9">
            <a:extLst>
              <a:ext uri="{FF2B5EF4-FFF2-40B4-BE49-F238E27FC236}">
                <a16:creationId xmlns:a16="http://schemas.microsoft.com/office/drawing/2014/main" id="{85569958-0FF5-4BFB-BBE8-25A41BF9E8B9}"/>
              </a:ext>
            </a:extLst>
          </p:cNvPr>
          <p:cNvSpPr/>
          <p:nvPr/>
        </p:nvSpPr>
        <p:spPr>
          <a:xfrm>
            <a:off x="702614" y="1377114"/>
            <a:ext cx="358815" cy="358815"/>
          </a:xfrm>
          <a:custGeom>
            <a:avLst/>
            <a:gdLst>
              <a:gd name="connsiteX0" fmla="*/ 1267460 w 2534920"/>
              <a:gd name="connsiteY0" fmla="*/ 416560 h 2534920"/>
              <a:gd name="connsiteX1" fmla="*/ 416560 w 2534920"/>
              <a:gd name="connsiteY1" fmla="*/ 1267460 h 2534920"/>
              <a:gd name="connsiteX2" fmla="*/ 1267460 w 2534920"/>
              <a:gd name="connsiteY2" fmla="*/ 2118360 h 2534920"/>
              <a:gd name="connsiteX3" fmla="*/ 2118360 w 2534920"/>
              <a:gd name="connsiteY3" fmla="*/ 1267460 h 2534920"/>
              <a:gd name="connsiteX4" fmla="*/ 1267460 w 2534920"/>
              <a:gd name="connsiteY4" fmla="*/ 416560 h 2534920"/>
              <a:gd name="connsiteX5" fmla="*/ 1267460 w 2534920"/>
              <a:gd name="connsiteY5" fmla="*/ 0 h 2534920"/>
              <a:gd name="connsiteX6" fmla="*/ 2534920 w 2534920"/>
              <a:gd name="connsiteY6" fmla="*/ 1267460 h 2534920"/>
              <a:gd name="connsiteX7" fmla="*/ 1267460 w 2534920"/>
              <a:gd name="connsiteY7" fmla="*/ 2534920 h 2534920"/>
              <a:gd name="connsiteX8" fmla="*/ 0 w 2534920"/>
              <a:gd name="connsiteY8" fmla="*/ 1267460 h 2534920"/>
              <a:gd name="connsiteX9" fmla="*/ 1267460 w 2534920"/>
              <a:gd name="connsiteY9" fmla="*/ 0 h 2534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34920" h="2534920">
                <a:moveTo>
                  <a:pt x="1267460" y="416560"/>
                </a:moveTo>
                <a:cubicBezTo>
                  <a:pt x="797521" y="416560"/>
                  <a:pt x="416560" y="797521"/>
                  <a:pt x="416560" y="1267460"/>
                </a:cubicBezTo>
                <a:cubicBezTo>
                  <a:pt x="416560" y="1737399"/>
                  <a:pt x="797521" y="2118360"/>
                  <a:pt x="1267460" y="2118360"/>
                </a:cubicBezTo>
                <a:cubicBezTo>
                  <a:pt x="1737399" y="2118360"/>
                  <a:pt x="2118360" y="1737399"/>
                  <a:pt x="2118360" y="1267460"/>
                </a:cubicBezTo>
                <a:cubicBezTo>
                  <a:pt x="2118360" y="797521"/>
                  <a:pt x="1737399" y="416560"/>
                  <a:pt x="1267460" y="416560"/>
                </a:cubicBezTo>
                <a:close/>
                <a:moveTo>
                  <a:pt x="1267460" y="0"/>
                </a:moveTo>
                <a:cubicBezTo>
                  <a:pt x="1967459" y="0"/>
                  <a:pt x="2534920" y="567461"/>
                  <a:pt x="2534920" y="1267460"/>
                </a:cubicBezTo>
                <a:cubicBezTo>
                  <a:pt x="2534920" y="1967459"/>
                  <a:pt x="1967459" y="2534920"/>
                  <a:pt x="1267460" y="2534920"/>
                </a:cubicBezTo>
                <a:cubicBezTo>
                  <a:pt x="567461" y="2534920"/>
                  <a:pt x="0" y="1967459"/>
                  <a:pt x="0" y="1267460"/>
                </a:cubicBezTo>
                <a:cubicBezTo>
                  <a:pt x="0" y="567461"/>
                  <a:pt x="567461" y="0"/>
                  <a:pt x="126746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1" name="Объект 2">
            <a:extLst>
              <a:ext uri="{FF2B5EF4-FFF2-40B4-BE49-F238E27FC236}">
                <a16:creationId xmlns:a16="http://schemas.microsoft.com/office/drawing/2014/main" id="{1FE47FD2-6DAE-46C6-8AE3-1705CAEB5733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180712" y="2854222"/>
            <a:ext cx="7870785" cy="555150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2" name="Объект 2">
            <a:extLst>
              <a:ext uri="{FF2B5EF4-FFF2-40B4-BE49-F238E27FC236}">
                <a16:creationId xmlns:a16="http://schemas.microsoft.com/office/drawing/2014/main" id="{28EC56F2-0C89-4A53-827A-1312C603D0DB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1180711" y="3544309"/>
            <a:ext cx="7870785" cy="55515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13" name="Полилиния: фигура 12">
            <a:extLst>
              <a:ext uri="{FF2B5EF4-FFF2-40B4-BE49-F238E27FC236}">
                <a16:creationId xmlns:a16="http://schemas.microsoft.com/office/drawing/2014/main" id="{4DD4FCBF-1484-471E-A8F4-FB57BBD4C643}"/>
              </a:ext>
            </a:extLst>
          </p:cNvPr>
          <p:cNvSpPr/>
          <p:nvPr/>
        </p:nvSpPr>
        <p:spPr>
          <a:xfrm>
            <a:off x="702614" y="2952389"/>
            <a:ext cx="358815" cy="358815"/>
          </a:xfrm>
          <a:custGeom>
            <a:avLst/>
            <a:gdLst>
              <a:gd name="connsiteX0" fmla="*/ 1267460 w 2534920"/>
              <a:gd name="connsiteY0" fmla="*/ 416560 h 2534920"/>
              <a:gd name="connsiteX1" fmla="*/ 416560 w 2534920"/>
              <a:gd name="connsiteY1" fmla="*/ 1267460 h 2534920"/>
              <a:gd name="connsiteX2" fmla="*/ 1267460 w 2534920"/>
              <a:gd name="connsiteY2" fmla="*/ 2118360 h 2534920"/>
              <a:gd name="connsiteX3" fmla="*/ 2118360 w 2534920"/>
              <a:gd name="connsiteY3" fmla="*/ 1267460 h 2534920"/>
              <a:gd name="connsiteX4" fmla="*/ 1267460 w 2534920"/>
              <a:gd name="connsiteY4" fmla="*/ 416560 h 2534920"/>
              <a:gd name="connsiteX5" fmla="*/ 1267460 w 2534920"/>
              <a:gd name="connsiteY5" fmla="*/ 0 h 2534920"/>
              <a:gd name="connsiteX6" fmla="*/ 2534920 w 2534920"/>
              <a:gd name="connsiteY6" fmla="*/ 1267460 h 2534920"/>
              <a:gd name="connsiteX7" fmla="*/ 1267460 w 2534920"/>
              <a:gd name="connsiteY7" fmla="*/ 2534920 h 2534920"/>
              <a:gd name="connsiteX8" fmla="*/ 0 w 2534920"/>
              <a:gd name="connsiteY8" fmla="*/ 1267460 h 2534920"/>
              <a:gd name="connsiteX9" fmla="*/ 1267460 w 2534920"/>
              <a:gd name="connsiteY9" fmla="*/ 0 h 2534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34920" h="2534920">
                <a:moveTo>
                  <a:pt x="1267460" y="416560"/>
                </a:moveTo>
                <a:cubicBezTo>
                  <a:pt x="797521" y="416560"/>
                  <a:pt x="416560" y="797521"/>
                  <a:pt x="416560" y="1267460"/>
                </a:cubicBezTo>
                <a:cubicBezTo>
                  <a:pt x="416560" y="1737399"/>
                  <a:pt x="797521" y="2118360"/>
                  <a:pt x="1267460" y="2118360"/>
                </a:cubicBezTo>
                <a:cubicBezTo>
                  <a:pt x="1737399" y="2118360"/>
                  <a:pt x="2118360" y="1737399"/>
                  <a:pt x="2118360" y="1267460"/>
                </a:cubicBezTo>
                <a:cubicBezTo>
                  <a:pt x="2118360" y="797521"/>
                  <a:pt x="1737399" y="416560"/>
                  <a:pt x="1267460" y="416560"/>
                </a:cubicBezTo>
                <a:close/>
                <a:moveTo>
                  <a:pt x="1267460" y="0"/>
                </a:moveTo>
                <a:cubicBezTo>
                  <a:pt x="1967459" y="0"/>
                  <a:pt x="2534920" y="567461"/>
                  <a:pt x="2534920" y="1267460"/>
                </a:cubicBezTo>
                <a:cubicBezTo>
                  <a:pt x="2534920" y="1967459"/>
                  <a:pt x="1967459" y="2534920"/>
                  <a:pt x="1267460" y="2534920"/>
                </a:cubicBezTo>
                <a:cubicBezTo>
                  <a:pt x="567461" y="2534920"/>
                  <a:pt x="0" y="1967459"/>
                  <a:pt x="0" y="1267460"/>
                </a:cubicBezTo>
                <a:cubicBezTo>
                  <a:pt x="0" y="567461"/>
                  <a:pt x="567461" y="0"/>
                  <a:pt x="126746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4" name="Объект 2">
            <a:extLst>
              <a:ext uri="{FF2B5EF4-FFF2-40B4-BE49-F238E27FC236}">
                <a16:creationId xmlns:a16="http://schemas.microsoft.com/office/drawing/2014/main" id="{CFA3BAFF-7DE8-48A4-B2B0-B0085957F76A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1172352" y="4369333"/>
            <a:ext cx="7870785" cy="555150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5" name="Объект 2">
            <a:extLst>
              <a:ext uri="{FF2B5EF4-FFF2-40B4-BE49-F238E27FC236}">
                <a16:creationId xmlns:a16="http://schemas.microsoft.com/office/drawing/2014/main" id="{C0E22CB0-862D-49A8-B966-5F34D0022F30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1172351" y="5059420"/>
            <a:ext cx="7870785" cy="55515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16" name="Полилиния: фигура 15">
            <a:extLst>
              <a:ext uri="{FF2B5EF4-FFF2-40B4-BE49-F238E27FC236}">
                <a16:creationId xmlns:a16="http://schemas.microsoft.com/office/drawing/2014/main" id="{EAD0C562-F40F-4023-815B-144925507E09}"/>
              </a:ext>
            </a:extLst>
          </p:cNvPr>
          <p:cNvSpPr/>
          <p:nvPr/>
        </p:nvSpPr>
        <p:spPr>
          <a:xfrm>
            <a:off x="702614" y="4527664"/>
            <a:ext cx="358815" cy="358815"/>
          </a:xfrm>
          <a:custGeom>
            <a:avLst/>
            <a:gdLst>
              <a:gd name="connsiteX0" fmla="*/ 1267460 w 2534920"/>
              <a:gd name="connsiteY0" fmla="*/ 416560 h 2534920"/>
              <a:gd name="connsiteX1" fmla="*/ 416560 w 2534920"/>
              <a:gd name="connsiteY1" fmla="*/ 1267460 h 2534920"/>
              <a:gd name="connsiteX2" fmla="*/ 1267460 w 2534920"/>
              <a:gd name="connsiteY2" fmla="*/ 2118360 h 2534920"/>
              <a:gd name="connsiteX3" fmla="*/ 2118360 w 2534920"/>
              <a:gd name="connsiteY3" fmla="*/ 1267460 h 2534920"/>
              <a:gd name="connsiteX4" fmla="*/ 1267460 w 2534920"/>
              <a:gd name="connsiteY4" fmla="*/ 416560 h 2534920"/>
              <a:gd name="connsiteX5" fmla="*/ 1267460 w 2534920"/>
              <a:gd name="connsiteY5" fmla="*/ 0 h 2534920"/>
              <a:gd name="connsiteX6" fmla="*/ 2534920 w 2534920"/>
              <a:gd name="connsiteY6" fmla="*/ 1267460 h 2534920"/>
              <a:gd name="connsiteX7" fmla="*/ 1267460 w 2534920"/>
              <a:gd name="connsiteY7" fmla="*/ 2534920 h 2534920"/>
              <a:gd name="connsiteX8" fmla="*/ 0 w 2534920"/>
              <a:gd name="connsiteY8" fmla="*/ 1267460 h 2534920"/>
              <a:gd name="connsiteX9" fmla="*/ 1267460 w 2534920"/>
              <a:gd name="connsiteY9" fmla="*/ 0 h 2534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34920" h="2534920">
                <a:moveTo>
                  <a:pt x="1267460" y="416560"/>
                </a:moveTo>
                <a:cubicBezTo>
                  <a:pt x="797521" y="416560"/>
                  <a:pt x="416560" y="797521"/>
                  <a:pt x="416560" y="1267460"/>
                </a:cubicBezTo>
                <a:cubicBezTo>
                  <a:pt x="416560" y="1737399"/>
                  <a:pt x="797521" y="2118360"/>
                  <a:pt x="1267460" y="2118360"/>
                </a:cubicBezTo>
                <a:cubicBezTo>
                  <a:pt x="1737399" y="2118360"/>
                  <a:pt x="2118360" y="1737399"/>
                  <a:pt x="2118360" y="1267460"/>
                </a:cubicBezTo>
                <a:cubicBezTo>
                  <a:pt x="2118360" y="797521"/>
                  <a:pt x="1737399" y="416560"/>
                  <a:pt x="1267460" y="416560"/>
                </a:cubicBezTo>
                <a:close/>
                <a:moveTo>
                  <a:pt x="1267460" y="0"/>
                </a:moveTo>
                <a:cubicBezTo>
                  <a:pt x="1967459" y="0"/>
                  <a:pt x="2534920" y="567461"/>
                  <a:pt x="2534920" y="1267460"/>
                </a:cubicBezTo>
                <a:cubicBezTo>
                  <a:pt x="2534920" y="1967459"/>
                  <a:pt x="1967459" y="2534920"/>
                  <a:pt x="1267460" y="2534920"/>
                </a:cubicBezTo>
                <a:cubicBezTo>
                  <a:pt x="567461" y="2534920"/>
                  <a:pt x="0" y="1967459"/>
                  <a:pt x="0" y="1267460"/>
                </a:cubicBezTo>
                <a:cubicBezTo>
                  <a:pt x="0" y="567461"/>
                  <a:pt x="567461" y="0"/>
                  <a:pt x="1267460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F7756845-3BC6-40F2-91E3-59C4FCDB2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241" y="148240"/>
            <a:ext cx="10902117" cy="1076215"/>
          </a:xfrm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02586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9994AA-8E37-49B9-B7FD-70C9EDB55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29D3217-5679-4BD5-9137-936BBEF04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A241DAA-6DAD-4AF1-92A7-80EA5983C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1AD4C-3836-8B41-A91B-AD23F180703B}" type="datetimeFigureOut">
              <a:rPr lang="ru-RU" smtClean="0"/>
              <a:t>15.09.2026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1F71DA9-CB59-43B2-BC65-168CA6DBB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E9DDAF3-236F-45E6-8A32-CAB15B0A4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D0C38-DE92-6342-BDCA-99B1C289A2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1118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4B75CB-2D4D-4ACD-8C8D-4C2BAD7AA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EC3ABA4-A807-4474-9B99-B3F3035634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74E14E-F711-4893-A702-1E439BB601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CB79428-64FD-4048-868A-AF62FE780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1AD4C-3836-8B41-A91B-AD23F180703B}" type="datetimeFigureOut">
              <a:rPr lang="ru-RU" smtClean="0"/>
              <a:t>15.09.2026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F435336-5740-41F7-8C21-58393F7EF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67A9915-F2A9-4940-AD5E-18633F23D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D0C38-DE92-6342-BDCA-99B1C289A2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8360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847F47-3388-4C54-86ED-1F5AC9D5F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0EB5753-50F0-4209-B123-25FADDB51C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91554F4-56DF-4692-B17F-B6D705D23C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958255A-938B-4F58-BD82-7E759AF997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ED02AF3-9A33-42E0-932E-996CE9841E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B9055FB-1844-4EFC-AC3D-D0C069AC9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1AD4C-3836-8B41-A91B-AD23F180703B}" type="datetimeFigureOut">
              <a:rPr lang="ru-RU" smtClean="0"/>
              <a:t>15.09.2026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BDFBD12-6B72-40B5-B7A4-8BC668BFC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E826D7F-C774-4B3E-99F7-4A3F9D1C8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D0C38-DE92-6342-BDCA-99B1C289A2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8972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C5C167-DA4C-4DE7-8E6D-1438E673F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52AE09E-C067-4546-AABC-AF31901DA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1AD4C-3836-8B41-A91B-AD23F180703B}" type="datetimeFigureOut">
              <a:rPr lang="ru-RU" smtClean="0"/>
              <a:t>15.09.2026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7C63C74-25D6-413A-BF81-1BAC312C6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AF3BE6B-3F7C-44CA-89A7-39FB44B54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D0C38-DE92-6342-BDCA-99B1C289A2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9633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A83ACF7-0141-4CD0-9C08-29BFD52A1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1AD4C-3836-8B41-A91B-AD23F180703B}" type="datetimeFigureOut">
              <a:rPr lang="ru-RU" smtClean="0"/>
              <a:t>15.09.2026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3707B24-6D1E-4250-9F7C-B50DC6C2E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F281886-4B75-4555-843A-A14D28200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D0C38-DE92-6342-BDCA-99B1C289A2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2281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F95817-5E1D-4B28-9BB8-1CAFD7471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2FD6170-D32F-4D5E-A219-CE4EBE45F8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D4CA122-ADD3-4BC3-94B6-FEFC10D361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6168CA4-CE35-4686-88C8-3BF6B0A00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1AD4C-3836-8B41-A91B-AD23F180703B}" type="datetimeFigureOut">
              <a:rPr lang="ru-RU" smtClean="0"/>
              <a:t>15.09.2026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9DCE16E-2FA2-448D-8001-A9876F2F3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ED05DFA-02F3-40C2-9B8E-C5302CCBE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D0C38-DE92-6342-BDCA-99B1C289A2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0271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E7D842-145D-49C7-ADFC-42DF1DFF8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FB3922E-7741-4059-A65F-490977F4A9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E61D1DD-C329-4C28-A753-5AFEBACE8F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0E647DB-F800-4A7B-BA76-B05E52D80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1AD4C-3836-8B41-A91B-AD23F180703B}" type="datetimeFigureOut">
              <a:rPr lang="ru-RU" smtClean="0"/>
              <a:t>15.09.2026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856E5D4-6B17-4DAF-B284-FD912646A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CBD4B6B-30B6-4D67-8DD1-6CF5FC1A0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D0C38-DE92-6342-BDCA-99B1C289A2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434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9C92BF-2752-4004-8342-065C4B601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7F91964-3980-49C8-B3A8-283781FC7B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64790CE-5C53-47FC-8413-F89AF1759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1AD4C-3836-8B41-A91B-AD23F180703B}" type="datetimeFigureOut">
              <a:rPr lang="ru-RU" smtClean="0"/>
              <a:t>15.09.2026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19849BC-BAD9-4C0D-A675-70D978BF9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E665C67-270E-4DBC-8E4C-B0ED31CC0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D0C38-DE92-6342-BDCA-99B1C289A2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424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B325CD4-7AAE-4D3B-B241-E41035B258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582F875-B04A-4E1A-8512-8C8F94B2EC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EDD487A-1FC2-44CE-9930-7C7DED14F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1AD4C-3836-8B41-A91B-AD23F180703B}" type="datetimeFigureOut">
              <a:rPr lang="ru-RU" smtClean="0"/>
              <a:t>15.09.2026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1F2E820-E78E-4484-B653-D69D1C9CE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9CA4D89-658F-4150-961E-B5A3F7054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D0C38-DE92-6342-BDCA-99B1C289A2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7525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hyperlink" Target="https://presentation-creation.ru/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601465-D77B-4859-93D3-B80CB67F4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3FBDCF8-67DD-4258-A5FF-10C5CC11EA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0B82C6C-6CC4-4A72-A1A8-ED44642F44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D1AD4C-3836-8B41-A91B-AD23F180703B}" type="datetimeFigureOut">
              <a:rPr lang="ru-RU" smtClean="0"/>
              <a:t>15.09.2026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E087DCD-1CDE-49BB-AA51-F818D36116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6ED8D0A-4ACE-4D47-88F3-AD2E99ACE4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1D0C38-DE92-6342-BDCA-99B1C289A2E4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Рисунок 6">
            <a:hlinkClick r:id="rId14"/>
            <a:extLst>
              <a:ext uri="{FF2B5EF4-FFF2-40B4-BE49-F238E27FC236}">
                <a16:creationId xmlns:a16="http://schemas.microsoft.com/office/drawing/2014/main" id="{D3913BE6-3DBC-4A10-9146-D759F3AFA3C8}"/>
              </a:ext>
            </a:extLst>
          </p:cNvPr>
          <p:cNvPicPr>
            <a:picLocks noChangeAspect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758584" y="-1519762"/>
            <a:ext cx="757762" cy="757762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016054F-29B0-4A14-91DF-2DFA564505B0}"/>
              </a:ext>
            </a:extLst>
          </p:cNvPr>
          <p:cNvSpPr/>
          <p:nvPr/>
        </p:nvSpPr>
        <p:spPr>
          <a:xfrm rot="16200000">
            <a:off x="13647006" y="1690688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E6E6E6"/>
                </a:solidFill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rgbClr val="E6E6E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0345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 descr="Изображение выглядит как строительство, облако, небо, на открытом воздух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DC21CC0-0D19-2D0A-4AF7-F569CC8837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4941" y="2223403"/>
            <a:ext cx="3857389" cy="2167141"/>
          </a:xfrm>
        </p:spPr>
      </p:pic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1907C35A-0F78-D597-4F0E-2729CA1CD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4941" y="616072"/>
            <a:ext cx="10902117" cy="1076215"/>
          </a:xfrm>
        </p:spPr>
        <p:txBody>
          <a:bodyPr>
            <a:normAutofit fontScale="90000"/>
          </a:bodyPr>
          <a:lstStyle/>
          <a:p>
            <a:pPr algn="ctr"/>
            <a:r>
              <a:rPr lang="ru-RU" sz="6000" b="1" dirty="0">
                <a:cs typeface="AL BAYAN PLAIN" pitchFamily="2" charset="-78"/>
              </a:rPr>
              <a:t>Моя малая родина</a:t>
            </a:r>
            <a:br>
              <a:rPr lang="ru-RU" sz="6000" b="1" dirty="0">
                <a:cs typeface="AL BAYAN PLAIN" pitchFamily="2" charset="-78"/>
              </a:rPr>
            </a:br>
            <a:r>
              <a:rPr lang="ru-RU" sz="6000" b="1" dirty="0">
                <a:cs typeface="AL BAYAN PLAIN" pitchFamily="2" charset="-78"/>
              </a:rPr>
              <a:t>г</a:t>
            </a:r>
            <a:r>
              <a:rPr lang="en-US" sz="6000" b="1" dirty="0">
                <a:cs typeface="AL BAYAN PLAIN" pitchFamily="2" charset="-78"/>
              </a:rPr>
              <a:t>.</a:t>
            </a:r>
            <a:r>
              <a:rPr lang="en-US" sz="6000" b="1" dirty="0" err="1">
                <a:cs typeface="AL BAYAN PLAIN" pitchFamily="2" charset="-78"/>
              </a:rPr>
              <a:t>О</a:t>
            </a:r>
            <a:r>
              <a:rPr lang="ru-RU" sz="6000" b="1" dirty="0" err="1">
                <a:cs typeface="AL BAYAN PLAIN" pitchFamily="2" charset="-78"/>
              </a:rPr>
              <a:t>рехово</a:t>
            </a:r>
            <a:r>
              <a:rPr lang="ru-RU" sz="6000" b="1" dirty="0">
                <a:cs typeface="AL BAYAN PLAIN" pitchFamily="2" charset="-78"/>
              </a:rPr>
              <a:t>-Зуево</a:t>
            </a:r>
          </a:p>
        </p:txBody>
      </p:sp>
      <p:pic>
        <p:nvPicPr>
          <p:cNvPr id="7" name="Рисунок 6" descr="Изображение выглядит как на открытом воздухе, небо, строительство, дерев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3AAEC7C-CA6F-C06C-09E5-F81170AA35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2330" y="4571298"/>
            <a:ext cx="3069956" cy="2169744"/>
          </a:xfrm>
          <a:prstGeom prst="rect">
            <a:avLst/>
          </a:prstGeom>
        </p:spPr>
      </p:pic>
      <p:pic>
        <p:nvPicPr>
          <p:cNvPr id="9" name="Рисунок 8" descr="Изображение выглядит как на открытом воздухе, Аэрофотосъемка, воздушный, дерев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EFD879E-07BC-D433-048E-2F9E8808C0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7258" y="2624678"/>
            <a:ext cx="3479800" cy="231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794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>
            <a:extLst>
              <a:ext uri="{FF2B5EF4-FFF2-40B4-BE49-F238E27FC236}">
                <a16:creationId xmlns:a16="http://schemas.microsoft.com/office/drawing/2014/main" id="{1F133952-2C1A-C231-BF0A-0036AEBFCB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41817" y="4752754"/>
            <a:ext cx="861337" cy="190774"/>
          </a:xfrm>
        </p:spPr>
        <p:txBody>
          <a:bodyPr>
            <a:normAutofit fontScale="25000" lnSpcReduction="20000"/>
          </a:bodyPr>
          <a:lstStyle/>
          <a:p>
            <a:r>
              <a:rPr lang="en-US" dirty="0"/>
              <a:t>.</a:t>
            </a:r>
            <a:endParaRPr lang="ru-RU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608468BA-E59F-AAAC-79A1-B43C29150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12192000" y="871870"/>
            <a:ext cx="1760972" cy="278157"/>
          </a:xfrm>
        </p:spPr>
        <p:txBody>
          <a:bodyPr>
            <a:normAutofit fontScale="90000"/>
          </a:bodyPr>
          <a:lstStyle/>
          <a:p>
            <a:r>
              <a:rPr lang="ru-RU" dirty="0"/>
              <a:t>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9123C00-5E27-024B-EE73-42410F9A42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461" y="1260576"/>
            <a:ext cx="5345710" cy="358756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8EB7A38-5FBA-8614-6072-E94D8A3CDC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1218" y="2693513"/>
            <a:ext cx="5080000" cy="3810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B982D9E-8C18-8D78-2D54-31BCB696AA9E}"/>
              </a:ext>
            </a:extLst>
          </p:cNvPr>
          <p:cNvSpPr txBox="1"/>
          <p:nvPr/>
        </p:nvSpPr>
        <p:spPr>
          <a:xfrm>
            <a:off x="2981333" y="354487"/>
            <a:ext cx="622933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b="1" dirty="0" err="1"/>
              <a:t>Г</a:t>
            </a:r>
            <a:r>
              <a:rPr lang="ru-RU" sz="4000" b="1" dirty="0" err="1"/>
              <a:t>ород</a:t>
            </a:r>
            <a:r>
              <a:rPr lang="ru-RU" sz="4000" b="1" dirty="0"/>
              <a:t> Текстильных фабрик</a:t>
            </a:r>
          </a:p>
        </p:txBody>
      </p:sp>
    </p:spTree>
    <p:extLst>
      <p:ext uri="{BB962C8B-B14F-4D97-AF65-F5344CB8AC3E}">
        <p14:creationId xmlns:p14="http://schemas.microsoft.com/office/powerpoint/2010/main" val="286159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>
            <a:extLst>
              <a:ext uri="{FF2B5EF4-FFF2-40B4-BE49-F238E27FC236}">
                <a16:creationId xmlns:a16="http://schemas.microsoft.com/office/drawing/2014/main" id="{3823E37B-A1B3-0269-4ECC-21DE915953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41841" y="4635795"/>
            <a:ext cx="1765105" cy="754300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.</a:t>
            </a: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A3240BC8-AC4A-0741-BECE-9536AD0D5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Родина футбола в России 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0F32A02-6887-02A6-2BE8-F14315E919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376" y="1492507"/>
            <a:ext cx="5577221" cy="3718147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4BD541D-C087-2803-2482-10FA571A97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3917" y="2683557"/>
            <a:ext cx="4826441" cy="3718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121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3A1E08A-3678-260E-9DB6-D0B880535D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598" y="3487430"/>
            <a:ext cx="5326616" cy="2982905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E10DBD7-9E3A-F726-0462-8A2478E54D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4657" y="500737"/>
            <a:ext cx="5217632" cy="2928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046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>
            <a:extLst>
              <a:ext uri="{FF2B5EF4-FFF2-40B4-BE49-F238E27FC236}">
                <a16:creationId xmlns:a16="http://schemas.microsoft.com/office/drawing/2014/main" id="{9C113167-05B9-C3E9-27AE-68CBBB388E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03618" y="3891516"/>
            <a:ext cx="3944779" cy="174312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.</a:t>
            </a:r>
            <a:endParaRPr lang="ru-RU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9A19B9B2-57A7-316C-70F0-95E7A8CC2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Виктор Сухоруков Иванович 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8F9913C-7B9B-952F-41ED-0DBE553075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472" y="1224455"/>
            <a:ext cx="2819400" cy="41275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3BA4A67-E243-74DE-3876-75A53A142D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8854" y="1139394"/>
            <a:ext cx="4891674" cy="2752122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4D51230-E93B-1121-DE05-634512A440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1583" y="4169760"/>
            <a:ext cx="4572000" cy="2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524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>
            <a:extLst>
              <a:ext uri="{FF2B5EF4-FFF2-40B4-BE49-F238E27FC236}">
                <a16:creationId xmlns:a16="http://schemas.microsoft.com/office/drawing/2014/main" id="{95C54D87-94BE-622D-80BA-8D3615BC86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29190" y="4997302"/>
            <a:ext cx="1010193" cy="55228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.</a:t>
            </a:r>
            <a:endParaRPr lang="ru-RU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07B2F845-8CD1-812A-7128-4E1D01C26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b="1" dirty="0"/>
              <a:t>Илья Осипов Вячеславович(</a:t>
            </a:r>
            <a:r>
              <a:rPr lang="en-US" b="1" dirty="0"/>
              <a:t>m0NESY</a:t>
            </a:r>
            <a:r>
              <a:rPr lang="ru-RU" b="1" dirty="0"/>
              <a:t>)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778AC6D-7D52-2BBD-8484-3B126D4909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404" y="1383944"/>
            <a:ext cx="4287579" cy="4287579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B1467DA-1C96-95E5-481A-C0914B5DF1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5059" y="2319183"/>
            <a:ext cx="5678984" cy="3192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521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96D739-6A88-89C2-9CA8-58206E51E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Парк Победы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E94A233-3913-DAFF-3557-7CD497B771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411" y="1978689"/>
            <a:ext cx="5524500" cy="364490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5B0CF67-37DC-B912-07F4-0880E93EEE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9091" y="1415163"/>
            <a:ext cx="4257895" cy="2746343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D426FCC-780B-BFC6-D2AC-0E770C8CB3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0368" y="4395530"/>
            <a:ext cx="2798148" cy="2094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749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DFD58B-F6C9-EBA4-2481-2745C5E11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Парк Стрелки 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A003920-2042-13A7-7DF9-8B71B78C83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090" y="1492841"/>
            <a:ext cx="3492500" cy="229870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E1AC037-5D1B-9DA9-2398-A202A37534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6100" y="4181475"/>
            <a:ext cx="3479800" cy="23114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DB50D63-4427-48EA-6D91-77BD7D5EB6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5518" y="1348582"/>
            <a:ext cx="2374900" cy="317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951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monohromnaya-geometriya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2986</TotalTime>
  <Words>34</Words>
  <Application>Microsoft Office PowerPoint</Application>
  <PresentationFormat>Широкоэкранный</PresentationFormat>
  <Paragraphs>12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AL BAYAN PLAIN</vt:lpstr>
      <vt:lpstr>Arial</vt:lpstr>
      <vt:lpstr>Calibri</vt:lpstr>
      <vt:lpstr>Calibri Light</vt:lpstr>
      <vt:lpstr>monohromnaya-geometriya</vt:lpstr>
      <vt:lpstr>Моя малая родина г.Орехово-Зуево</vt:lpstr>
      <vt:lpstr>.</vt:lpstr>
      <vt:lpstr>Родина футбола в России </vt:lpstr>
      <vt:lpstr>Презентация PowerPoint</vt:lpstr>
      <vt:lpstr>Виктор Сухоруков Иванович </vt:lpstr>
      <vt:lpstr>Илья Осипов Вячеславович(m0NESY)</vt:lpstr>
      <vt:lpstr>Парк Победы</vt:lpstr>
      <vt:lpstr>Парк Стрелки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Sergey</dc:creator>
  <cp:lastModifiedBy>Сергей Горбунов</cp:lastModifiedBy>
  <cp:revision>1</cp:revision>
  <dcterms:created xsi:type="dcterms:W3CDTF">2026-09-13T15:48:24Z</dcterms:created>
  <dcterms:modified xsi:type="dcterms:W3CDTF">2026-09-15T17:37:31Z</dcterms:modified>
</cp:coreProperties>
</file>