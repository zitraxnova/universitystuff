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968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7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56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058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50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70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57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3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5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1762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77455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763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830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10852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4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40302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977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498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18468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765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885638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924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84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597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5690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03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52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0DDA099-5B6E-4CC3-B2B6-848079D9E6E5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44CA4D5-F064-4482-9A5A-02E6173F73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021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C9C2B-2D36-6101-3F82-ABAB85C0D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700" y="1755648"/>
            <a:ext cx="6419087" cy="1592585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04000"/>
              </a:lnSpc>
            </a:pP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Владимиро-Суздальское княжество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E1B180-0D94-B696-B7C5-13B1FC3CD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700" y="3429000"/>
            <a:ext cx="5939412" cy="1496616"/>
          </a:xfrm>
        </p:spPr>
        <p:txBody>
          <a:bodyPr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ru-RU" sz="2000" dirty="0"/>
              <a:t>Северо-Восточная Русь в </a:t>
            </a:r>
            <a:r>
              <a:rPr lang="en-US" sz="2000" dirty="0"/>
              <a:t>XII-XIII </a:t>
            </a:r>
            <a:r>
              <a:rPr lang="ru-RU" sz="2000" dirty="0"/>
              <a:t>веках – колыбель будущей России </a:t>
            </a:r>
            <a:endParaRPr lang="en-US" sz="20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19FA998-3C20-763B-B0A4-E9846329A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71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B3FF0-9447-43BC-BB71-A4E2E2E0F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6362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Где находилось княжество?</a:t>
            </a:r>
            <a:br>
              <a:rPr lang="en-US" sz="5400" dirty="0"/>
            </a:br>
            <a:endParaRPr lang="ru-RU" sz="5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FF22D10-4436-1473-1536-AD3FDD544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4" y="1471910"/>
            <a:ext cx="6856836" cy="3914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B38152-6FB1-9537-9C0D-30A1B217B4E9}"/>
              </a:ext>
            </a:extLst>
          </p:cNvPr>
          <p:cNvSpPr txBox="1"/>
          <p:nvPr/>
        </p:nvSpPr>
        <p:spPr>
          <a:xfrm>
            <a:off x="7534656" y="1563624"/>
            <a:ext cx="4023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Княжество располагалось на северо-востоке Древней Руси, в основном в бассейнах рек:</a:t>
            </a:r>
          </a:p>
          <a:p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Волги;</a:t>
            </a:r>
          </a:p>
          <a:p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Оки;</a:t>
            </a:r>
          </a:p>
          <a:p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Клязьмы.</a:t>
            </a:r>
          </a:p>
          <a:p>
            <a:endParaRPr lang="ru-RU" b="1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Это был край густых лесов</a:t>
            </a:r>
            <a:r>
              <a:rPr lang="en-US" b="1" dirty="0">
                <a:latin typeface="Amasis MT Pro Black" panose="020F05020202040302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рек и озёр</a:t>
            </a:r>
            <a:r>
              <a:rPr lang="en-US" b="1" dirty="0">
                <a:latin typeface="Amasis MT Pro Black" panose="020F05020202040302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привлекавший переселенцев из других русских земель </a:t>
            </a:r>
          </a:p>
        </p:txBody>
      </p:sp>
    </p:spTree>
    <p:extLst>
      <p:ext uri="{BB962C8B-B14F-4D97-AF65-F5344CB8AC3E}">
        <p14:creationId xmlns:p14="http://schemas.microsoft.com/office/powerpoint/2010/main" val="93055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CBDC9-62AF-D35F-77DF-CE13BA62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" y="0"/>
            <a:ext cx="12192000" cy="1097279"/>
          </a:xfrm>
        </p:spPr>
        <p:txBody>
          <a:bodyPr>
            <a:normAutofit/>
          </a:bodyPr>
          <a:lstStyle/>
          <a:p>
            <a:pPr algn="ctr"/>
            <a:r>
              <a:rPr lang="ru-RU" sz="5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Как появилось княжество </a:t>
            </a:r>
            <a:r>
              <a:rPr lang="en-US" sz="5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?</a:t>
            </a:r>
            <a:endParaRPr lang="ru-RU" sz="5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44793C-7EF9-47C4-1250-1EC031680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152" y="1422103"/>
            <a:ext cx="5114542" cy="4891618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3AA5C8F-8BE6-E5B9-6FCD-6DB2771A1AFF}"/>
              </a:ext>
            </a:extLst>
          </p:cNvPr>
          <p:cNvSpPr/>
          <p:nvPr/>
        </p:nvSpPr>
        <p:spPr>
          <a:xfrm>
            <a:off x="237744" y="1097279"/>
            <a:ext cx="2386584" cy="21305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Юрий Долгорукий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A2A04C3-B19F-55EE-388E-D0A7CA32B2C5}"/>
              </a:ext>
            </a:extLst>
          </p:cNvPr>
          <p:cNvSpPr/>
          <p:nvPr/>
        </p:nvSpPr>
        <p:spPr>
          <a:xfrm>
            <a:off x="3203448" y="2802636"/>
            <a:ext cx="2386584" cy="21305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Смерь Юрия Долгорукого в 1157г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0A8E4F0-D442-1A6C-3B61-77EED42A8D15}"/>
              </a:ext>
            </a:extLst>
          </p:cNvPr>
          <p:cNvSpPr/>
          <p:nvPr/>
        </p:nvSpPr>
        <p:spPr>
          <a:xfrm>
            <a:off x="237744" y="4494276"/>
            <a:ext cx="2386584" cy="21305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Андрей Боголюбский </a:t>
            </a:r>
          </a:p>
        </p:txBody>
      </p: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2697BD38-A90D-B34B-03BB-274EBB6A2914}"/>
              </a:ext>
            </a:extLst>
          </p:cNvPr>
          <p:cNvCxnSpPr>
            <a:cxnSpLocks/>
            <a:stCxn id="5" idx="2"/>
            <a:endCxn id="9" idx="1"/>
          </p:cNvCxnSpPr>
          <p:nvPr/>
        </p:nvCxnSpPr>
        <p:spPr>
          <a:xfrm rot="16200000" flipH="1">
            <a:off x="1997202" y="2661665"/>
            <a:ext cx="640081" cy="1772412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2BB64ECF-536D-0117-7CAC-51421E0AFC26}"/>
              </a:ext>
            </a:extLst>
          </p:cNvPr>
          <p:cNvCxnSpPr>
            <a:cxnSpLocks/>
            <a:stCxn id="9" idx="1"/>
            <a:endCxn id="11" idx="0"/>
          </p:cNvCxnSpPr>
          <p:nvPr/>
        </p:nvCxnSpPr>
        <p:spPr>
          <a:xfrm rot="10800000" flipV="1">
            <a:off x="1431036" y="3867912"/>
            <a:ext cx="1772412" cy="626364"/>
          </a:xfrm>
          <a:prstGeom prst="curved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41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9E80C-827E-5B48-84FF-931B3007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DC924-E53B-A072-776E-1CF82AC8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97279"/>
          </a:xfrm>
        </p:spPr>
        <p:txBody>
          <a:bodyPr>
            <a:normAutofit/>
          </a:bodyPr>
          <a:lstStyle/>
          <a:p>
            <a:pPr algn="ctr"/>
            <a:r>
              <a:rPr lang="ru-RU" sz="540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Отношения с другими княжествами  </a:t>
            </a:r>
            <a:endParaRPr lang="ru-RU" sz="5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F97140-3256-6269-1F4B-0FD5E1A4B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63" y="1097279"/>
            <a:ext cx="4323964" cy="2670048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E1CAB377-5C04-6A96-C9BF-9C6F7E5B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011" y="2081440"/>
            <a:ext cx="4383964" cy="3371774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080D2B12-2D55-CE94-A056-1DE2293D4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491" y="4017913"/>
            <a:ext cx="3657598" cy="23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F429-3853-9301-A585-D1163C75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78C6C-E08C-5F5D-22C0-BF88251F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97279"/>
          </a:xfrm>
        </p:spPr>
        <p:txBody>
          <a:bodyPr>
            <a:normAutofit/>
          </a:bodyPr>
          <a:lstStyle/>
          <a:p>
            <a:pPr algn="ctr"/>
            <a:r>
              <a:rPr lang="ru-RU" sz="540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Политика</a:t>
            </a:r>
            <a:endParaRPr lang="ru-RU" sz="5400" dirty="0"/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DCC4BDB3-447E-33A7-6CEA-1A4EA2EE5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40085"/>
            <a:ext cx="5696346" cy="3803904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ED5FD4D2-4527-7A2C-873B-781A9A826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96" y="1524423"/>
            <a:ext cx="5232054" cy="291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0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5842-0D38-6B23-B660-6DC6ACA7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16C2C6-0634-12B9-F5A4-8D22984D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73352"/>
          </a:xfrm>
        </p:spPr>
        <p:txBody>
          <a:bodyPr>
            <a:normAutofit/>
          </a:bodyPr>
          <a:lstStyle/>
          <a:p>
            <a:pPr algn="ctr"/>
            <a:r>
              <a:rPr lang="ru-RU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Всеволод</a:t>
            </a:r>
            <a:r>
              <a:rPr lang="en-US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</a:t>
            </a:r>
            <a:r>
              <a:rPr lang="ru-RU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(</a:t>
            </a:r>
            <a:r>
              <a:rPr lang="en-US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“</a:t>
            </a:r>
            <a:r>
              <a:rPr lang="ru-RU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Большое Гнездо</a:t>
            </a:r>
            <a:r>
              <a:rPr lang="en-US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”</a:t>
            </a:r>
            <a:r>
              <a:rPr lang="ru-RU" sz="5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) Юрьевич </a:t>
            </a:r>
            <a:endParaRPr lang="ru-RU" sz="5000" dirty="0"/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545FFE8B-5364-A9CA-6DB3-BE46FF227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5" y="1883045"/>
            <a:ext cx="4171212" cy="3091910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F1E87A60-16F8-DD59-02D2-082482356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050" y="2341626"/>
            <a:ext cx="3423976" cy="415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6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254AF-7B7F-8B08-41A7-1BA1E089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4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</a:br>
            <a:r>
              <a:rPr lang="ru-RU" sz="4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Как жили обычные люди</a:t>
            </a:r>
            <a:r>
              <a:rPr lang="en-US" sz="4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?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629798-6508-4F95-D0F9-051476A5DA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2571262" y="1984248"/>
            <a:ext cx="157186" cy="18767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FDB747C7-234F-425F-BBFE-D7115753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456" y="1330956"/>
            <a:ext cx="5151752" cy="3639312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BFCA7D07-043D-2263-CD59-3385F5C29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598" y="2807208"/>
            <a:ext cx="3511046" cy="386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9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90FFB5-48F7-E894-1163-A9CE3D55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Религия</a:t>
            </a:r>
            <a:endParaRPr lang="ru-RU" sz="6600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627A28A-723C-63FC-D79E-64C9627BD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38" y="2774473"/>
            <a:ext cx="5378450" cy="3056892"/>
          </a:xfrm>
          <a:prstGeom prst="rect">
            <a:avLst/>
          </a:prstGeom>
        </p:spPr>
      </p:pic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5B0B5B7F-5204-B19D-CCCC-AF6216FD1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095" y="85725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9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5E096-1427-6FEB-6B32-B3993A134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225" y="-371474"/>
            <a:ext cx="4203184" cy="2409496"/>
          </a:xfrm>
        </p:spPr>
        <p:txBody>
          <a:bodyPr/>
          <a:lstStyle/>
          <a:p>
            <a:r>
              <a:rPr lang="ru-RU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Культура и архитектура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C49ACA-1ADF-82AB-1425-968BB9230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9344" y="5724143"/>
            <a:ext cx="369486" cy="231261"/>
          </a:xfrm>
        </p:spPr>
        <p:txBody>
          <a:bodyPr>
            <a:normAutofit fontScale="62500" lnSpcReduction="20000"/>
          </a:bodyPr>
          <a:lstStyle/>
          <a:p>
            <a:r>
              <a:rPr lang="en-US"/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A7C884-A9C2-07F2-5171-F368A5129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2300092"/>
            <a:ext cx="6705600" cy="435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6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FAF80-61C2-557D-33D4-8005F1E2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36830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Успенский собор во Владимире</a:t>
            </a:r>
            <a:endParaRPr lang="ru-RU" dirty="0"/>
          </a:p>
        </p:txBody>
      </p:sp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81656E6C-5B5E-F87C-1952-EA009DE16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6" y="2622820"/>
            <a:ext cx="5934454" cy="37337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632627-6C10-C17E-83D7-E87ED88C9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509" y="2190750"/>
            <a:ext cx="3335232" cy="444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18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A1CE-72D3-EC7B-6444-1125F6A7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EFCAD-3F3F-2CD9-BB95-9F1AE17A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55064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Золотые ворота Владимира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AB708E-1725-B4E4-CF47-85A5B5631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53" y="1782548"/>
            <a:ext cx="3596638" cy="4792520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BE64EDD3-FDE0-8504-8FAF-8E5664B0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200396"/>
            <a:ext cx="6772654" cy="382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9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7E6B7-AA17-0017-6874-5D500332D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453896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Церковь Покрова на Нерли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D77E6B-9839-0BE0-60A8-37EEC1612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2761744" y="5312664"/>
            <a:ext cx="195303" cy="410658"/>
          </a:xfrm>
        </p:spPr>
        <p:txBody>
          <a:bodyPr/>
          <a:lstStyle/>
          <a:p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7A50F8EC-5ECE-F340-5D96-B4E476126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3" y="2056257"/>
            <a:ext cx="6321170" cy="3742182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D36B08A0-0F8A-68DE-A914-E11D0DF98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798" y="1453897"/>
            <a:ext cx="3322812" cy="515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0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29214-CF72-E1AA-59F9-DEE70EF4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8448" y="5852160"/>
            <a:ext cx="397362" cy="273701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B85B6A-A974-2F3B-4ACD-A50021D64B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45570" y="6416900"/>
            <a:ext cx="2785468" cy="313084"/>
          </a:xfrm>
        </p:spPr>
        <p:txBody>
          <a:bodyPr>
            <a:normAutofit/>
          </a:bodyPr>
          <a:lstStyle/>
          <a:p>
            <a:r>
              <a:rPr lang="ru-RU" sz="1000" dirty="0"/>
              <a:t>Картинок не будет((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63EB1-81C2-E93C-8CFB-795A2E15D37C}"/>
              </a:ext>
            </a:extLst>
          </p:cNvPr>
          <p:cNvSpPr txBox="1"/>
          <p:nvPr/>
        </p:nvSpPr>
        <p:spPr>
          <a:xfrm>
            <a:off x="608153" y="2732359"/>
            <a:ext cx="114089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Что произошло после смерти Всеволода</a:t>
            </a:r>
            <a:r>
              <a:rPr lang="en-US" sz="40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???</a:t>
            </a:r>
            <a:r>
              <a:rPr lang="ru-RU" sz="40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410861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7B6DB-AD9F-8D0B-DFE8-452878BC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Монгольское нашествие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C49F62-9F9A-6E57-2F12-628A6AD79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6696" y="1133856"/>
            <a:ext cx="1023734" cy="557966"/>
          </a:xfrm>
        </p:spPr>
        <p:txBody>
          <a:bodyPr/>
          <a:lstStyle/>
          <a:p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48805A10-81A0-F203-B2D8-D44F0402E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32" y="1412839"/>
            <a:ext cx="7731276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0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5601D-C144-5ECD-DE34-77FA135B1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2080" y="447136"/>
            <a:ext cx="6864536" cy="1962149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Какую роль княжество сыграло в истории</a:t>
            </a:r>
            <a:r>
              <a:rPr lang="en-US" sz="5400" b="1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?</a:t>
            </a:r>
            <a:endParaRPr lang="ru-RU" sz="5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AF71E-01A5-BFD2-AAE5-757BDD7058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691871" y="5998464"/>
            <a:ext cx="1461377" cy="26822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DBB11B3B-3328-044A-87F7-A25E2E3F3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2869312"/>
            <a:ext cx="2578608" cy="3397376"/>
          </a:xfrm>
          <a:prstGeom prst="rect">
            <a:avLst/>
          </a:prstGeom>
        </p:spPr>
      </p:pic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3A3C3CD1-D814-4DB7-5C75-A47D7481C47C}"/>
              </a:ext>
            </a:extLst>
          </p:cNvPr>
          <p:cNvSpPr/>
          <p:nvPr/>
        </p:nvSpPr>
        <p:spPr>
          <a:xfrm rot="9813861">
            <a:off x="4416262" y="3391842"/>
            <a:ext cx="3867912" cy="1207008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090806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123</Words>
  <Application>Microsoft Office PowerPoint</Application>
  <PresentationFormat>Широкоэкранный</PresentationFormat>
  <Paragraphs>32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ADLaM Display</vt:lpstr>
      <vt:lpstr>Amasis MT Pro Black</vt:lpstr>
      <vt:lpstr>Arial</vt:lpstr>
      <vt:lpstr>Neue Haas Grotesk Text Pro</vt:lpstr>
      <vt:lpstr>Prompt Medium</vt:lpstr>
      <vt:lpstr>Запись фильма</vt:lpstr>
      <vt:lpstr>Владимиро-Суздальское княжество</vt:lpstr>
      <vt:lpstr>Где находилось княжество? </vt:lpstr>
      <vt:lpstr>Как появилось княжество ?</vt:lpstr>
      <vt:lpstr>Отношения с другими княжествами  </vt:lpstr>
      <vt:lpstr>Политика</vt:lpstr>
      <vt:lpstr>Всеволод (“Большое Гнездо”) Юрьевич </vt:lpstr>
      <vt:lpstr> Как жили обычные люди ?</vt:lpstr>
      <vt:lpstr>Религия</vt:lpstr>
      <vt:lpstr>Культура и архитектура </vt:lpstr>
      <vt:lpstr>Успенский собор во Владимире</vt:lpstr>
      <vt:lpstr>Золотые ворота Владимира</vt:lpstr>
      <vt:lpstr>Церковь Покрова на Нерли </vt:lpstr>
      <vt:lpstr>.</vt:lpstr>
      <vt:lpstr>Монгольское нашествие </vt:lpstr>
      <vt:lpstr>Какую роль княжество сыграло в истории?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Горбунов</dc:creator>
  <cp:lastModifiedBy>Сергей Горбунов</cp:lastModifiedBy>
  <cp:revision>1</cp:revision>
  <dcterms:created xsi:type="dcterms:W3CDTF">2026-09-29T15:49:52Z</dcterms:created>
  <dcterms:modified xsi:type="dcterms:W3CDTF">2026-09-29T18:20:24Z</dcterms:modified>
</cp:coreProperties>
</file>